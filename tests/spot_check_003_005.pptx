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_005_fi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61" y="1654492"/>
            <a:ext cx="3859169" cy="4189809"/>
          </a:xfrm>
          <a:prstGeom prst="rect">
            <a:avLst/>
          </a:prstGeom>
        </p:spPr>
      </p:pic>
      <p:pic>
        <p:nvPicPr>
          <p:cNvPr id="3" name="Picture 2" descr="page_005_fig_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895" y="1840944"/>
            <a:ext cx="2047592" cy="3094672"/>
          </a:xfrm>
          <a:prstGeom prst="rect">
            <a:avLst/>
          </a:prstGeom>
        </p:spPr>
      </p:pic>
      <p:pic>
        <p:nvPicPr>
          <p:cNvPr id="4" name="Picture 3" descr="page_005_fig_0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500" y="2342435"/>
            <a:ext cx="4305685" cy="3394710"/>
          </a:xfrm>
          <a:prstGeom prst="rect">
            <a:avLst/>
          </a:prstGeom>
        </p:spPr>
      </p:pic>
      <p:pic>
        <p:nvPicPr>
          <p:cNvPr id="5" name="Picture 4" descr="page_005_fig_5_0_v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05" y="2931795"/>
            <a:ext cx="510303" cy="514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2298" y="773668"/>
            <a:ext cx="10765276" cy="306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000000"/>
                </a:solidFill>
                <a:latin typeface="Arial"/>
              </a:rPr>
              <a:t>CRATERs Harbor the Highest Density of CD8+ T Cells in the Tumor.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7476" y="5814298"/>
            <a:ext cx="1001470" cy="21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00000"/>
                </a:solidFill>
                <a:latin typeface="Arial"/>
              </a:rPr>
              <a:t>CRATERs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4931" y="5820727"/>
            <a:ext cx="1501142" cy="212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Rest of Tumor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723" y="5966460"/>
            <a:ext cx="3740099" cy="14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Arial"/>
              </a:rPr>
              <a:t>3D Confocal Projection of Zebrafish Tumor with CRATERs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3918" y="6673691"/>
            <a:ext cx="869642" cy="10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000000"/>
                </a:solidFill>
                <a:latin typeface="Arial"/>
              </a:rPr>
              <a:t>A NotebookLM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